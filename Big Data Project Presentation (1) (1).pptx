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def0524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def0524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def05249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def05249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def05249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def05249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def05249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def05249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def05249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def05249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df42450a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df42450a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df42450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df42450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def05249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def05249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def05249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def05249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def05249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def05249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def052492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def05249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hyperlink" Target="https://github.com/Gwidamo/smart-logistics/tree/mai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29" r="19" t="0"/>
          <a:stretch/>
        </p:blipFill>
        <p:spPr>
          <a:xfrm>
            <a:off x="-35700" y="0"/>
            <a:ext cx="9210675" cy="514768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>
            <a:hlinkClick r:id="rId4"/>
          </p:cNvPr>
          <p:cNvSpPr txBox="1"/>
          <p:nvPr/>
        </p:nvSpPr>
        <p:spPr>
          <a:xfrm>
            <a:off x="3497575" y="4858625"/>
            <a:ext cx="19521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ject Objective&#10;&#10;Goal: Establish a comprehensive Big Data pipeline using two complementary layers to analyze supply chain efficiency.&#10;&#10;Approach:&#10;&#10;&#10;Batch Layer (Historical): Analyzes long-term trends and efficiency scores using Apache Spark.&#10;&#10;&#10;Stream Layer (Real-Time): Monitors live traffic status and triggers alerts using Apache Flink &amp; Kafka.&#10;&#10;&#10;Dataset: Smart Logistics Supply Chain Dataset (Kaggle), utilizing features like Asset_ID, Traffic_Status, Waiting_Time, and Logistics_Delay"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chitecture &amp; Tech Stack&#10;&#10;Infrastructure: Docker Compose managed services.&#10;&#10;&#10;Storage: Hadoop HDFS (DataNode/NameNode) for historical CSV storage.&#10;&#10;&#10;Message Broker: Apache Kafka (with internal/external listeners).&#10;&#10;Processing Engines:&#10;&#10;&#10;Spark Standalone Mode: Master/Worker nodes for batch processing.&#10;&#10;&#10;Flink Cluster: JobManager/TaskManager for stateful stream processing."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rt A - Batch Layer Implementation&#10;&#10;Technology: Apache Spark (PySpark) running on Spark Standalone.&#10;&#10;Key Transformations:&#10;&#10;&#10;Ingestion: Loading raw CSV data from HDFS.&#10;&#10;&#10;Asset Scoring: Aggregating average utilization and total delay counts per Asset ID.&#10;&#10;&#10;Delay Analysis: Identifying top 5 recurrent reasons for logistics delays.&#10;&#10;&#10;Route Ranking: Using Spark Window Functions to rank regions by waiting time.&#10;&#10;&#10;Storage: Results written back to HDFS in Parquet format for optimized storage."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tch Layer Results - Asset Utilization ScoresObjective:This task calculated the Average Asset Utilization and total Delay Count for every unique Asset_ID historically.Goal: Identify high-performing vs. under-utilized assets to optimize fleet distribution.Data Table (Spark Output):Asset IDAvg Utilization Score (%)Total Delay CountTruck_780.67 (Highest)60Truck_180.5246Truck_880.2462Truck_280.1656Truck_380.1058Truck_979.9453Truck_1079.5868 (Most Delays)Truck_479.0663Truck_679.0354Truck_576.60 (Lowest)46"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tch Layer Results - Top Delay ReasonsObjective:This task involved aggregating the historical dataset to identify the most frequent causes of supply chain interruptions.Goal: Pinpoint systemic bottlenecks to improve future logistics planning.Data Table (Spark Output):Logistics Delay ReasonCountImpact LevelWeather151High (Primary)Traffic135ModerateMechanical Failure133Moderate"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tch Layer Results - Geographic RankingMethodology:This task grouped data by geographic location (mapped to City/Region names) to identify areas with critical delays.Implemented Spark Window Functions (rank()) to order these locations by descending avg_waiting_time.Data Table (Spark Output - Top 10 Locations):City / RegionAvg Waiting Time (min)RankRegion (49.9, 79.5)60.01Natrona County60.01Ayano-Maysky Rayon60.01Candeias do Jamari59.04Anabarsky Ulus58.05Tomponsky Ulus58.05Hammam Sokhna57.07South Nias57.07Bokkos56.09Peschanokopsky District56.09" id="85" name="Google Shape;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rt B - Stream Layer Implementation&#10;&#10;Ingestion: Python Kafka Producer simulates real-time events to topic logistics_stream.&#10;&#10;&#10;Processing: Apache Flink (PyFlink).&#10;&#10;Logic Implemented:&#10;&#10;&#10;Windowing: 5-minute TumblingProcessingTimeWindows to calculate average waiting time per asset.&#10;&#10;&#10;Stateful Alerting: A KeyedProcessFunction monitors state transitions.&#10;&#10;&#10;Trigger: Traffic_Status == 'Heavy' AND Shipment_Status == 'In Transit'.&#10;&#10;Action: Fires &quot;CRITICAL ALERT&quot; only when entering this state." id="90" name="Google Shape;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ream Results - Temporal Progression of Wait TimesObjective:Visualize how the average waiting time for each asset changes over sequential 5-minute tumbling windows to identify developing traffic trends.Data Progression Table (Average Wait Time in Minutes):Asset IDWindow 1 (15:00)Window 2 (15:05)Window 3 (15:10)TrendTruck_129.8639.5234.37⚠️ Volatile Truck_332.3835.9142.76🔴 Worsening Truck_436.2935.1335.09🟢 Stable/Improving Truck_537.4830.8436.63⚠️ Volatile Truck_641.8534.3836.32🟢 Improved Truck_741.0034.1637.24🟢 Improved Truck_831.3334.4231.90🟢 Stable Truck_929.9334.1037.72🔴 Worsening Truck_1035.1232.3531.45🟢 Improving " id="95" name="Google Shape;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2"/>
          <p:cNvPicPr preferRelativeResize="0"/>
          <p:nvPr/>
        </p:nvPicPr>
        <p:blipFill rotWithShape="1">
          <a:blip r:embed="rId3">
            <a:alphaModFix/>
          </a:blip>
          <a:srcRect b="0" l="29" r="19" t="0"/>
          <a:stretch/>
        </p:blipFill>
        <p:spPr>
          <a:xfrm>
            <a:off x="-35700" y="0"/>
            <a:ext cx="9210675" cy="5147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dd a thank you slide " id="105" name="Google Shape;10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